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B132B"/>
                </a:solidFill>
              </a:defRPr>
            </a:pPr>
            <a:r>
              <a:t>Bhoomi Rakshak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Crop Insurance Claim Intake &amp; Duplicate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Manual Verification Flaws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Current Challenges in the Block Office:</a:t>
            </a:r>
          </a:p>
          <a:p>
            <a:r>
              <a:t>• Claims are verified one at a time in isolation.</a:t>
            </a:r>
          </a:p>
          <a:p>
            <a:r>
              <a:t>• Exact duplicates easily slip through (same survey number claimed twice).</a:t>
            </a:r>
          </a:p>
          <a:p>
            <a:r>
              <a:t>• Over-claiming extent goes unnoticed until post-sanction.</a:t>
            </a:r>
          </a:p>
          <a:p>
            <a:r>
              <a:t>• Near-duplicates evade simple checks.</a:t>
            </a:r>
          </a:p>
        </p:txBody>
      </p:sp>
      <p:pic>
        <p:nvPicPr>
          <p:cNvPr id="4" name="Picture 3" descr="digital_ledger_1785081754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simple, explainable, locally-hosted web application.</a:t>
            </a:r>
          </a:p>
          <a:p>
            <a:r>
              <a:t>• Backend: Python &amp; Flask for the REST API.</a:t>
            </a:r>
          </a:p>
          <a:p>
            <a:r>
              <a:t>• Database: SQLite (Raw SQL) for a highly normalized, robust schema.</a:t>
            </a:r>
          </a:p>
          <a:p>
            <a:r>
              <a:t>• Machine Learning: Scikit-Learn Logistic Regression.</a:t>
            </a:r>
          </a:p>
          <a:p>
            <a:r>
              <a:t>• Frontend: Vanilla HTML/CSS/JS with a premium, responsive 'Ledger' aesthetic.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Normalized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Entities:</a:t>
            </a:r>
          </a:p>
          <a:p>
            <a:r>
              <a:t>• survey_numbers: The ground-truth village register.</a:t>
            </a:r>
          </a:p>
          <a:p>
            <a:r>
              <a:t>• claims: Incoming claims to be verified.</a:t>
            </a:r>
          </a:p>
          <a:p>
            <a:r>
              <a:t>• flags: 1-to-Many relationship with claims. Stores specific human-readable reasons.</a:t>
            </a:r>
          </a:p>
          <a:p>
            <a:r>
              <a:t>• decisions: Enforces a strict UNIQUE constraint on claim_id to prevent double-processing by officers.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Rule-Based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Runs instantly at the counter upon submission:</a:t>
            </a:r>
          </a:p>
          <a:p>
            <a:r>
              <a:t>1. Exact Duplicate: Rejects if an active claim already exists.</a:t>
            </a:r>
          </a:p>
          <a:p>
            <a:r>
              <a:t>2. Extent Exceeds: Flags if claimed acreage &gt; ground-truth acreage.</a:t>
            </a:r>
          </a:p>
          <a:p>
            <a:r>
              <a:t>3. Crop Mismatch: Flags if the claimed crop differs from the registered crop.</a:t>
            </a:r>
          </a:p>
        </p:txBody>
      </p:sp>
      <p:pic>
        <p:nvPicPr>
          <p:cNvPr id="4" name="Picture 3" descr="agricultural_field_1785081743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ML: Near-Duplicate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Logistic Regression (class_weight='balanced')</a:t>
            </a:r>
          </a:p>
          <a:p>
            <a:r>
              <a:t>Engineered Features:</a:t>
            </a:r>
          </a:p>
          <a:p>
            <a:r>
              <a:t>• String Similarity: Jaro-Winkler distance on Cultivator Name and Survey Number.</a:t>
            </a:r>
          </a:p>
          <a:p>
            <a:r>
              <a:t>• Transposition Boolean: Explicitly checks for adjacent transposed digits (e.g., 145 vs 154).</a:t>
            </a:r>
          </a:p>
          <a:p>
            <a:r>
              <a:t>• Crop Match Boolean.</a:t>
            </a:r>
          </a:p>
          <a:p>
            <a:r>
              <a:t>• Extent Closeness: Normalized mathematical difference in acreage.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using rigorous Leave-One-Out Cross-Validation:</a:t>
            </a:r>
          </a:p>
          <a:p>
            <a:r>
              <a:t>• Recall: 100% (Caught 5 out of 5 planted near-duplicate claims).</a:t>
            </a:r>
          </a:p>
          <a:p>
            <a:r>
              <a:t>• False Positives: Only 42 out of 1,760 non-duplicate pairs scanned.</a:t>
            </a:r>
          </a:p>
          <a:p>
            <a:r>
              <a:t>• Explainability: Officers are shown the exact confidence score and the matched claim side-by-side.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Verification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Officer Dashboard Workflow:</a:t>
            </a:r>
          </a:p>
          <a:p>
            <a:r>
              <a:t>• Queue: Displays all flagged claims chronologically.</a:t>
            </a:r>
          </a:p>
          <a:p>
            <a:r>
              <a:t>• Optimistic Locking: Prevents race conditions.</a:t>
            </a:r>
          </a:p>
          <a:p>
            <a:r>
              <a:t>• Comparison: UI renders a side-by-side view.</a:t>
            </a:r>
          </a:p>
          <a:p>
            <a:r>
              <a:t>• Decision: Requires a mandatory remark.</a:t>
            </a:r>
          </a:p>
        </p:txBody>
      </p:sp>
      <p:pic>
        <p:nvPicPr>
          <p:cNvPr id="4" name="Picture 3" descr="dashboard_ui_17850817667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Bhoomi Rakshak achieves:</a:t>
            </a:r>
          </a:p>
          <a:p>
            <a:r>
              <a:t>• Data Integrity: Strict SQLite enforcement.</a:t>
            </a:r>
          </a:p>
          <a:p>
            <a:r>
              <a:t>• Operational Efficiency: Live ground-truth lookups prevent errors at the point of entry.</a:t>
            </a:r>
          </a:p>
          <a:p>
            <a:r>
              <a:t>• Fraud Prevention: Blending deterministic rules with statistical ML to catch sophisticated duplicates.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